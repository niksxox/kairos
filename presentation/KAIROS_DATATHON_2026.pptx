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9F6E4"/>
                </a:solidFill>
              </a:defRPr>
            </a:pPr>
            <a:r>
              <a:t>DATATHON 2026 — TRACK: EDUCATION</a:t>
            </a:r>
          </a:p>
          <a:p>
            <a:pPr>
              <a:spcBef>
                <a:spcPts val="1000"/>
              </a:spcBef>
              <a:defRPr sz="5400" b="1">
                <a:solidFill>
                  <a:srgbClr val="FFFFFF"/>
                </a:solidFill>
              </a:defRPr>
            </a:pPr>
            <a:r>
              <a:t>KAIROS</a:t>
            </a:r>
          </a:p>
          <a:p>
            <a:pPr>
              <a:spcBef>
                <a:spcPts val="800"/>
              </a:spcBef>
              <a:defRPr sz="2000">
                <a:solidFill>
                  <a:srgbClr val="CCFBF1"/>
                </a:solidFill>
              </a:defRPr>
            </a:pPr>
            <a:r>
              <a:t>Campus Space Intelligence: Predict Demand. Optimize Allocation. Eliminate Wasted Space.</a:t>
            </a:r>
          </a:p>
          <a:p>
            <a:pPr>
              <a:spcBef>
                <a:spcPts val="3000"/>
              </a:spcBef>
              <a:defRPr sz="1500">
                <a:solidFill>
                  <a:srgbClr val="FFFFFF"/>
                </a:solidFill>
              </a:defRPr>
            </a:pPr>
            <a:r>
              <a:t>Team: Laphing Buddha  |  The Campus Has Space. Students Don't.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The Problem: The Campus Has Space. Students Don't.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1. The Core Space Paradox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Campus room utilization is chronically inefficient: lecture halls sit half-empty while students are turned away.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 the DATATHON dataset, 5,000 student requests compete for space, yet 1,235 requests were waitlisted and 765 rejected under legacy uncoordinated bookings.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Auditoriums (&gt;100 seats) frequently host small groups while 90+ student workshops overflow in 40-seat rooms.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2. Student &amp; Organizer Persona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Students, hackathon teams, and clubs need rooms with specific amenities (projectors, computers, power outlets).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Pain point: Lack of visibility into real availability leads to blind booking attempts and last-minute room rejections.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Need: An intuitive discovery tool that guarantees valid space without guessing or administrative lag.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3. Campus Administrator Persona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Schedulers manage 5,000 recurring academic classes across 6 departments and 1,800 special events.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Pain point: Existing booking processes evaluate requests sequentially in isolation, creating massive seat waste.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Need: Global multi-event optimization, zero-disruption capacity swaps, and demand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KAIROS: An End-to-End Space Intelligence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A. Explainable Real-Time Room Matching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Strict 3-stage decision engine pruning capacity, facilities, and accessibility.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Half-open interval semantics [start, end) prevent adjacent boundary conflicts.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Provides transparent pros, trade-offs, and disqualified room forensics.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B. Global Multi-Event Optimization (OR-Tools)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Formulates simultaneous space allocation as an exact binary integer problem.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Maximizes request fulfillment while strictly minimizing excess seat waste.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Strictly guarantees zero hard-constraint violations.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C. Zero-Disruption Capacity Swaps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Scans concurrent scheduled classes for capacity mismatches.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Swaps crowded and underutilized rooms at the exact same time slot.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Eliminates seat waste with zero schedule disruption to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D. ML Demand Forecasting from Scratch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Custom NumPy Linear Regression with L2 regularization trained from scratch.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Predicts hourly request intensity across 1,505 observation buckets.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Identifies demand bottlenecks before they cause request rejections.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Data Ingestion Pipeline &amp; Verified Findings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822960"/>
                <a:gridCol w="914400"/>
                <a:gridCol w="1645920"/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Records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Nulls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Orphans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Verified Key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Rooms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room_id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Class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schedule_id -&gt; room_id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Special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event_id -&gt; room_id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Room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request_id (Unmet Demand)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949440" y="1463040"/>
            <a:ext cx="4480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Key Analytical Findings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Zero Missing Values &amp; Zero Orphans: Complete 11,920 record integrity verified via scripts/validate_data.py.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Interval Merging Reality: Raw class schedules contain 2,422 internal overlaps per room/weekday. Merging overlapping intervals is essential to avoid double-counting.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Scheduled Utilization Benchmark: Campus scheduled occupancy averages 38.4% across operating hours (08:00–22:00), leaving ample room for optimized allocations.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Demand Concentration: Student demand peaks sharply between 13:00 and 17:00 on weekdays, causing acute space deficits during mid-afternoon hours.</a:t>
            </a:r>
          </a:p>
        </p:txBody>
      </p:sp>
      <p:pic>
        <p:nvPicPr>
          <p:cNvPr id="5" name="Picture 4" descr="kairos_analytics_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5943600" cy="33173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Machine Learning: Demand Forecasting Trained from Scratch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NumPy Model Architecture &amp; Training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Pure NumPy Implementation: Built from scratch without scikit-learn, blackbox estimators, or external APIs.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Supervised Task: Forecast hourly student room request count (1,505 observation buckets, Aug 1 – Nov 28, 2025).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10 Engineered Features: Cyclic sin/cos of hour (24h period), cyclic sin/cos of weekday (7d period), calendar month, 1-step lag, 1-day lag, and 7-period rolling average.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Strict Chronological Split (No Leakage):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Train: 1,053 samples (Aug 1 – Oct 23, 70%)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Validation: 226 samples (Oct 23 – Nov 10, 15%)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• Test: 226 samples (Nov 10 – Nov 28, 15%)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Optimizer: Batch Gradient Descent with L2 penalty (alpha=0.05, 2,000 epochs, lambda=0.01). Runtime: 0.167s.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146304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Overall Mean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1.3167 reqs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1.6573 reqs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Same-Weekday-Hour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1.3682 reqs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1.7278 reqs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KAIROS NumPy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1.3403 reqs (-2.0%)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766E"/>
                          </a:solidFill>
                        </a:defRPr>
                      </a:pPr>
                      <a:r>
                        <a:t>1.6892 reqs (-2.2%)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217920" y="3749039"/>
            <a:ext cx="5212080" cy="2468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Product Integration &amp; Bottleneck Warnings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Direct UI Integration: Admin and student views can forecast demand for any upcoming date and time slot.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Proactive Bottleneck Alerts: Flags time slots where predicted demand exceeds available suitable rooms.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Transparent Separation: The forecast informs planning while the OR-Tools optimizer handles actual allocations.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Working Prototype: Student &amp; Administrator Portals</a:t>
            </a:r>
          </a:p>
        </p:txBody>
      </p:sp>
      <p:pic>
        <p:nvPicPr>
          <p:cNvPr id="3" name="Picture 2" descr="kairos_find_a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2909068"/>
          </a:xfrm>
          <a:prstGeom prst="rect">
            <a:avLst/>
          </a:prstGeom>
        </p:spPr>
      </p:pic>
      <p:pic>
        <p:nvPicPr>
          <p:cNvPr id="4" name="Picture 3" descr="kairos_multi_event_optimiz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29090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572000"/>
            <a:ext cx="52120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Student Discovery Flow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Filters by attendance, projector, computers, and accessibility.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Transparent fit score with pros, trade-offs, and disqualified room logs.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Instant booking submission with persistent tracking in SQLite.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572000"/>
            <a:ext cx="521208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Multi-Event Global Allocation Flow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Solves concurrent requests using Google OR-Tools CP-SAT.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Outperforms greedy baseline: +18% to +35% fulfillment, -22% seat waste.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Generates downloadable CSV allocation plans with 0 violations.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Technical Architecture &amp; Mathematical Rigor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Mathematical Optimization Model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Binary Decision Variables: x[i, j] in {0, 1} for request i, room j.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Constraint 1 (Single Assignment): sum_j x[i, j] &lt;= 1 for all requests i.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Constraint 2 (No Mutual Overlap): For conflicting requests i1, i2 on the same date with overlapping half-open intervals [s, e):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x[i1, j] + x[i2, j] &lt;= 1 for all shared candidate rooms j.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Constraint 3 (Candidate Feasibility Pruning): Candidate pairs (i, j) created only if capacity[j] &gt;= required[i], facilities matched, and room j is free from existing classes and events.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Lexicographic Multi-Tier Objective: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Maximize: sum (M * x[i, j] - (capacity[j] - required[i]) * x[i, j])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  where M = 100,000 guarantees maximizing fulfilled requests strictly dominates minimizing excess seats.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Technology Stack &amp; Invariants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Frontend: Streamlit with customized teal/navy theme and responsive components.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Data Processing: Pandas &amp; NumPy with defensive column mapping.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Optimization: Google OR-Tools CP-SAT with multithreaded workers.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Machine Learning: Pure NumPy Linear Regression with L2 penalty trained from scratch.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Database: SQLite (data/campus_space.db) with atomic conflict revalidation at approval time.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Visualizations: Plotly interactive heatmaps and distribution charts.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Quality Assurance: 26 automated unit tests passing via pytest.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DATATHON 2026 | TRACK: EDUCATION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Impact, Responsible AI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Measurable Campus Impact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+18% to +35% Request Fulfillment: Mathematical optimization accommodates dozens of extra student meetings without adding physical real estate.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22% Seat Waste Reduction: Optimal capacity matching frees large lecture halls for genuine mass gatherings.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Zero Schedule Disruption: Capacity swaps preserve class times while solving severe overcrowding.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Responsible AI &amp; Transparency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Decision Support, Not Black Box: System generates proposals for administrative approval; does not modify live university booking APIs without authorization.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Scheduled vs. Physical Occupancy: Clearly distinguishes recorded timetable bookings from physical presence sensors.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 Discriminatory Priors: All departments and student clubs follow uniform constraint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Future Roadmap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Phase 1 (Completed): Working prototype, NumPy ML forecasting, OR-Tools optimizer, SQLite persistence, and 26 passing tests.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Phase 2 (Next 6 Months): Live university SIS / timetable API integration via OAuth2 SSO.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Phase 3 (Long-term): IoT PIR motion/Wi-Fi occupancy sensor integration for live digital twin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